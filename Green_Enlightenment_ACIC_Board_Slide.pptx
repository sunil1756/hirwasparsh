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50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ACIC BOARD MEETING · GREEN ENLIGHTENMENT INNOVATION PITCH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Unverified Rural Plantations Suffer 70%+ Mortality &amp; Zero Carbon Accountability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326880" y="201168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43628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22860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Green Enlightenment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NITI Aayog / ACIC Seed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122A1E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9903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PROBLEM?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1801368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A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70%+ Sapling Mortality: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90% of rural plantation drives lack post-planting tracking; saplings die unnoticed within 12 months.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A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Fake Uploads &amp; Greenwashing: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&amp; Govt drives suffer from duplicate stock images and unverified paper claims with zero ground truth.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A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of Satellite MRV: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multi-spectral telemetry exists to audit canopy vigor and tree growth at rural scale.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122A1E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39903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17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IS AFFECTED &amp; HOW?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46520" y="1801368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Smallholder &amp; Tribal Farmers: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Deprived of agroforestry yields and excluded from lucrative global voluntary carbon credit markets.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Funding Agencies (ACIC / CSR / Govt):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₹100s of crores invested annually with zero proof of tree survival or measurable return on ecology.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E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Semi-Arid Ecosystems: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Worsening groundwater depletion, recurring drought cycles, and topsoil loss in Maharashtra belts.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122A1E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67912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OUR PROPOSED SOLUTION (GREEN ENLIGHTENMENT)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4270248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74C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Sentinel-2 Satellite Multi-Spectral Telemetry: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36-month NDVI &amp; NDRE canopy vigor curves tracking real biomass growth.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74C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Edge AI Anti-Fraud Screening: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non-tree auto-rejection + autonomous 70% threshold verification and instant eco-points.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74C6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Tree Passports &amp; Vernacular Voice: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Geo-tagged batch vector QR sheets + Marathi/Hindi audio agro-advisories for rural farmers.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166360" cy="2240280"/>
          </a:xfrm>
          <a:prstGeom prst="roundRect">
            <a:avLst>
              <a:gd name="adj" fmla="val 4898"/>
            </a:avLst>
          </a:prstGeom>
          <a:solidFill>
            <a:srgbClr val="122A1E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867912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886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POSITIVE CHANGE &amp; BENEFITS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46520" y="4270248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&gt;90% 3-Year Tree Survival: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disease alerts and bio-remedies (NSKE 5%, Trichoderma) prevent sapling die-off.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Carbon &amp; Livelihood Income: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certified IPCC-compliant carbon credit payouts directly to rural planters.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Audit-Grade Transparency: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8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ACIC, NITI Aayog, and CSR sponsors tamper-proof GIS dashboards with cryptographic proof.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06150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144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Verified Trees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C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Pilot 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6144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 (vs 30% Avg)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6446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C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Survival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6144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MT CO₂e / yr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6446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C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Sequestration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23960" y="6144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₹18L+ ARR at 100k Trees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23960" y="6446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C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Breakeven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2026-08-22T13:49:56Z</dcterms:created>
  <dcterms:modified xsi:type="dcterms:W3CDTF">2026-08-22T13:49:56Z</dcterms:modified>
</cp:coreProperties>
</file>